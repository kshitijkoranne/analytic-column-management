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a9a01f41d4b78" /><Relationship Type="http://schemas.openxmlformats.org/officeDocument/2006/relationships/extended-properties" Target="/docProps/app.xml" Id="R046c27c5569b457f" /><Relationship Type="http://schemas.openxmlformats.org/officeDocument/2006/relationships/officeDocument" Target="/ppt/presentation.xml" Id="Rf82ff8f660b0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7f6ff317f4577"/>
  </p:sldMasterIdLst>
  <p:notesMasterIdLst>
    <p:notesMasterId xmlns:r="http://schemas.openxmlformats.org/officeDocument/2006/relationships" r:id="Rdbf84ddda4df4673"/>
  </p:notesMasterIdLst>
  <p:sldIdLst>
    <p:sldId xmlns:r="http://schemas.openxmlformats.org/officeDocument/2006/relationships" id="256" r:id="Rd89dbbe520c24033"/>
    <p:sldId xmlns:r="http://schemas.openxmlformats.org/officeDocument/2006/relationships" id="257" r:id="Rcf9300b01ecb4eb8"/>
    <p:sldId xmlns:r="http://schemas.openxmlformats.org/officeDocument/2006/relationships" id="258" r:id="R74b6b670f7644beb"/>
    <p:sldId xmlns:r="http://schemas.openxmlformats.org/officeDocument/2006/relationships" id="259" r:id="Rf36eb90dc4dc4afa"/>
    <p:sldId xmlns:r="http://schemas.openxmlformats.org/officeDocument/2006/relationships" id="260" r:id="Rfed4a93496864672"/>
    <p:sldId xmlns:r="http://schemas.openxmlformats.org/officeDocument/2006/relationships" id="261" r:id="R220e134a0c7a40f2"/>
    <p:sldId xmlns:r="http://schemas.openxmlformats.org/officeDocument/2006/relationships" id="262" r:id="Re52152eaa01944f7"/>
    <p:sldId xmlns:r="http://schemas.openxmlformats.org/officeDocument/2006/relationships" id="263" r:id="Rbddfcfdae98444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541ce902f46e6" /><Relationship Type="http://schemas.openxmlformats.org/officeDocument/2006/relationships/slideMaster" Target="/ppt/slideMasters/slideMaster1.xml" Id="R7c07f6ff317f4577" /><Relationship Type="http://schemas.openxmlformats.org/officeDocument/2006/relationships/notesMaster" Target="/ppt/notesMasters/notesMaster1.xml" Id="Rdbf84ddda4df4673" /><Relationship Type="http://schemas.openxmlformats.org/officeDocument/2006/relationships/presProps" Target="/ppt/presProps.xml" Id="Raa5b489fab304f5e" /><Relationship Type="http://schemas.openxmlformats.org/officeDocument/2006/relationships/tableStyles" Target="/ppt/tableStyles.xml" Id="R059265ab7984425a" /><Relationship Type="http://schemas.openxmlformats.org/officeDocument/2006/relationships/slide" Target="/ppt/slides/slide1.xml" Id="Rd89dbbe520c24033" /><Relationship Type="http://schemas.openxmlformats.org/officeDocument/2006/relationships/slide" Target="/ppt/slides/slide2.xml" Id="Rcf9300b01ecb4eb8" /><Relationship Type="http://schemas.openxmlformats.org/officeDocument/2006/relationships/slide" Target="/ppt/slides/slide3.xml" Id="R74b6b670f7644beb" /><Relationship Type="http://schemas.openxmlformats.org/officeDocument/2006/relationships/slide" Target="/ppt/slides/slide4.xml" Id="Rf36eb90dc4dc4afa" /><Relationship Type="http://schemas.openxmlformats.org/officeDocument/2006/relationships/slide" Target="/ppt/slides/slide5.xml" Id="Rfed4a93496864672" /><Relationship Type="http://schemas.openxmlformats.org/officeDocument/2006/relationships/slide" Target="/ppt/slides/slide6.xml" Id="R220e134a0c7a40f2" /><Relationship Type="http://schemas.openxmlformats.org/officeDocument/2006/relationships/slide" Target="/ppt/slides/slide7.xml" Id="Re52152eaa01944f7" /><Relationship Type="http://schemas.openxmlformats.org/officeDocument/2006/relationships/slide" Target="/ppt/slides/slide8.xml" Id="Rbddfcfdae984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950af4a56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4599c81014a65" /><Relationship Type="http://schemas.openxmlformats.org/officeDocument/2006/relationships/notesMaster" Target="/ppt/notesMasters/notesMaster1.xml" Id="R851856a8ecc24b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10d05e3fa46df" /><Relationship Type="http://schemas.openxmlformats.org/officeDocument/2006/relationships/notesMaster" Target="/ppt/notesMasters/notesMaster1.xml" Id="R4485bf7b6a24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3c771248f4989" /><Relationship Type="http://schemas.openxmlformats.org/officeDocument/2006/relationships/notesMaster" Target="/ppt/notesMasters/notesMaster1.xml" Id="R10a84a7eada3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680de71504c04" /><Relationship Type="http://schemas.openxmlformats.org/officeDocument/2006/relationships/notesMaster" Target="/ppt/notesMasters/notesMaster1.xml" Id="Rb549125077ec4a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db764625fa4bf2" /><Relationship Type="http://schemas.openxmlformats.org/officeDocument/2006/relationships/notesMaster" Target="/ppt/notesMasters/notesMaster1.xml" Id="R11ef8ea3bac342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6d2e5dfe84971" /><Relationship Type="http://schemas.openxmlformats.org/officeDocument/2006/relationships/notesMaster" Target="/ppt/notesMasters/notesMaster1.xml" Id="Ra15c44bc073f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e505d3bbb41ca" /><Relationship Type="http://schemas.openxmlformats.org/officeDocument/2006/relationships/notesMaster" Target="/ppt/notesMasters/notesMaster1.xml" Id="Rbf9dc5958e2f42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af237cba3421d" /><Relationship Type="http://schemas.openxmlformats.org/officeDocument/2006/relationships/notesMaster" Target="/ppt/notesMasters/notesMaster1.xml" Id="R5e619756bd6c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efbfb44664a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7d667e4134274" /><Relationship Type="http://schemas.openxmlformats.org/officeDocument/2006/relationships/slideLayout" Target="/ppt/slideLayouts/slideLayout1.xml" Id="Ra541285ea809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1285ea809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eb2ca8ad4f53" /><Relationship Type="http://schemas.openxmlformats.org/officeDocument/2006/relationships/notesSlide" Target="/ppt/notesSlides/notesSlide1.xml" Id="Rdde64b9a72c8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18a4ebd1640f2" /><Relationship Type="http://schemas.openxmlformats.org/officeDocument/2006/relationships/notesSlide" Target="/ppt/notesSlides/notesSlide2.xml" Id="Rfcda7ab363354a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5e9210c9144b5" /><Relationship Type="http://schemas.openxmlformats.org/officeDocument/2006/relationships/notesSlide" Target="/ppt/notesSlides/notesSlide3.xml" Id="R57876aaba79e4e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c1c89189946f2" /><Relationship Type="http://schemas.openxmlformats.org/officeDocument/2006/relationships/notesSlide" Target="/ppt/notesSlides/notesSlide4.xml" Id="R996ff59f049644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536b40b9441d" /><Relationship Type="http://schemas.openxmlformats.org/officeDocument/2006/relationships/notesSlide" Target="/ppt/notesSlides/notesSlide5.xml" Id="R0f9ec136bc8643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0e5b78ae044c3" /><Relationship Type="http://schemas.openxmlformats.org/officeDocument/2006/relationships/notesSlide" Target="/ppt/notesSlides/notesSlide6.xml" Id="R153c763948eb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277e149814716" /><Relationship Type="http://schemas.openxmlformats.org/officeDocument/2006/relationships/notesSlide" Target="/ppt/notesSlides/notesSlide7.xml" Id="R65481129bd35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541a6f64146fa" /><Relationship Type="http://schemas.openxmlformats.org/officeDocument/2006/relationships/notesSlide" Target="/ppt/notesSlides/notesSlide8.xml" Id="Ra9fe3e5cd27947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A3A12-6B1F-48F5-8D07-C985BA6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3714750" cy="4762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E4016-E401-4345-8B96-A7AB3C4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524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451AD-3F14-4C7C-BA74-31A6AF5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0670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3ABC5-B710-4A27-B0EE-675B374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19E0A-79E1-4331-977B-6A055C1E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Lifecycle command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8BC35-2D28-44A7-9F91-A266C52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DCE6-32B5-40E9-AB47-3DEE0878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7B6C7-C784-4752-8AA1-4E4C9FC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C18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A7441-7FA2-4E4C-AB0D-09993A7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860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53D61-620F-434D-9643-8192D960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D9929-5D60-42C9-87DF-101A956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28FDD-598B-444D-B441-61AC1AEE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F883E-7C7A-467A-BAE7-358D2BE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Accepted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2A298-2454-42F3-8E97-2F606A01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286BE-40FA-4E0D-9ABE-9B4D267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BB703-368D-4A94-A0F5-1939279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22D2C-4224-4B11-82DF-1786996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04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Recorded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4CA90-7676-4AF5-B331-16FC0FB9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510D1-7004-4EB5-A142-D40369C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73E7B-8A78-4288-BDE5-B5C34E75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576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Destruction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06AE7-B127-43BC-A5F1-035224F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9E0B"/>
                </a:solidFill>
              </a:defRPr>
            </a:pPr>
            <a:r>
              <a:rPr sz="975">
                <a:solidFill>
                  <a:srgbClr val="F59E0B"/>
                </a:solidFill>
              </a:rPr>
              <a:t>Manager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3E58E-4F48-4D1F-84D4-7B22C4D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64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FCE5B-D9B5-4405-B4DA-572EBE4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7F36C-1AAA-4F6B-94F3-957043E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Audit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15E25-366A-4C12-A01A-6CEBC19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14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Logged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C22F9-C6EF-4363-9F80-10F0D6A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QC LABORATORY SOFTWARE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7D92C-0DF5-4773-90DA-B301BD97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Column Management built for regulated API laboratories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B78EB-A12A-451D-8424-C597DF5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085"/>
                </a:solidFill>
              </a:defRPr>
            </a:pPr>
            <a:r>
              <a:rPr sz="1650">
                <a:solidFill>
                  <a:srgbClr val="667085"/>
                </a:solidFill>
              </a:rPr>
              <a:t>A professional system to control analytical column masters, receipts, issuance, performance, destruction, roles, and audit evidence in one disciplined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9F02C-C33A-480D-8A83-2404B5E7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FCA92-F51B-4C2F-9A98-92E14127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5FCEE-6160-4EB3-B862-12A929B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Connected lifecycle modules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62039D-2485-4FFE-AD72-98D3F49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0050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F4116-D044-4B14-BAAC-C96CE13C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91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100%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2160E-726A-4376-BCB1-C66F846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43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Audited critical actions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85CCF-424E-4FAB-87C7-FDBA3A4F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44CF0A-1895-432D-914E-9FE13E9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5746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62D4A-B46A-4828-A96F-B72ECDDB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47C64-9030-49BA-BAD7-CD0F41A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Spreadsheets cannot carry regulated column lifecycle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EC7AD-39EA-47B2-A48A-AE197F9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3083B-03C8-47D2-A8FB-1E6204D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Column identity, usage, suitability, and destruction evidence often live in disconnected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81441-677D-4E62-8800-92D45E97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B9E8F-EA42-4A3F-9E29-4DA2767E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Approvals become hard to trace when review decisions sit outside the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0B3B3-0605-40C6-86C4-45711012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D3081-CAA0-4C50-BA38-9FF5BCB2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Admin rights need clear ownership, not informal access sharing.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46A82-64C3-441B-A385-384E470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3333750" cy="3619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3C130-195C-4206-B3BB-0C1A5C0E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Operational drag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9FCF8-80A3-4913-9C2C-33BFDC10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33625"/>
            <a:ext cx="228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Manual reconciliation</a:t>
            </a:r>
          </a:p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Delayed reviews</a:t>
            </a:r>
          </a:p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Weak traceability</a:t>
            </a:r>
          </a:p>
          <a:p xmlns:a="http://schemas.openxmlformats.org/drawingml/2006/main">
            <a:pPr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High audit 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AE296-13ED-481E-9A68-D59F9E7D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95729-A4DC-462D-90D6-86CA1304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9543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B4D2F-4F0D-4A7C-B688-EFDC3924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CONNECTED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F45BF-A691-4800-86D0-5B1A854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Every column moves through a controlled, visible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44CB4-1849-4B76-9044-F35E802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668A0-EE30-475B-AF14-F6C31CDA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040E6-3D12-469C-913A-74D42EC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D3152-01EA-430F-9928-E7120253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E172D-1F15-4854-9A70-0BE0BC6D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Controlled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3B0EA-084F-4EE8-B5A9-9F4AAA2D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76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8A448-6B21-4998-BD7F-DF1D2EE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575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F6D78-51F0-4ABC-9DE2-FDD0FD3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47689-6F05-4120-A1DD-A01AAAA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575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267EA-8247-4984-B875-9823DD9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16956-7334-4BA3-9580-62A4427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Receipt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8DE74-5AE4-4374-AFEF-A674AB3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Controlled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4C663-2400-4092-A827-2E5EDF0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576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66ECF-A8C3-44EE-BE60-90C7A62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E5DCD-34EF-4CF9-B793-6A5D7867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88081-43EB-44DD-9590-9353B2B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575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874B8-4ED4-4312-A145-D75F5FA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CD6B1-6209-4FC6-9F5E-772263C1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67139-D9C8-4F8A-B24A-B63081E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Controlled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D1149-F08B-429F-BD9C-7D07B6B0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576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7E5EF-45CD-4CB2-B2C6-5B0D22ED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575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F23B1-3FAA-4ADC-9837-88FDC2E1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810D4-D287-4CF6-A4A3-E9084B0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7B432-774E-476E-8D91-6B404955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C85E6-6F1A-4D92-AD04-EF68976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38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Perf.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186B8-7588-42FE-87B3-1B5093B2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Controlled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8AEE4-E384-4ED1-B0AF-0C11A1C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293FC-ED31-47B7-AD42-C2EAD9F2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575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FE5C2-BEA3-423D-B1B5-1FAB925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2817F-718E-4C59-86C5-CE3C9EFF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575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86071-C36F-42E1-916D-C246CE4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24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5E9B9-0664-4F70-BD2A-71E3809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385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1828"/>
                </a:solidFill>
              </a:defRPr>
            </a:pPr>
            <a:r>
              <a:rPr sz="1200" b="1">
                <a:solidFill>
                  <a:srgbClr val="101828"/>
                </a:solidFill>
              </a:rPr>
              <a:t>Destroy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143AF-73D3-4653-863F-D8FA127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05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Controlled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9E1A95-93E0-4BB6-91BC-C8013ED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  <a:r>
              <a:rPr sz="825">
                <a:solidFill>
                  <a:srgbClr val="667085"/>
                </a:solidFill>
              </a:rPr>
              <a:t>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2ECBD-2B81-4E4B-A3AC-60AEEA4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7085"/>
                </a:solidFill>
              </a:defRPr>
            </a:pPr>
            <a:r>
              <a:rPr sz="1650">
                <a:solidFill>
                  <a:srgbClr val="667085"/>
                </a:solidFill>
              </a:rPr>
              <a:t>Each module shares the same record model: structured data, attachments, review states, and audit events. The result is a simple workflow that feels natural to QC personnel.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370947-77B2-4B72-968E-C5A53854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C9194-F814-401C-9E86-E8999119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0093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D11D7-ED49-4A01-A39C-64FF6ED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REGULATED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9314D-FF7D-4AC3-8710-93FB844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Built around evidence, ownership, and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BCB12-5330-4F04-9EA9-C42F4B8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84446-6061-485F-8AC1-36B2057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Role-based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9751B-9CC7-4A63-8835-FFCCFBC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Rights are assigned to roles and users at creation.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01DA9-F34F-4A7C-A5AF-35A282B6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4B15E-5B1F-45FC-A2C8-288CCE45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A3653-2879-4A21-AA98-A77F82C0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Critical lifecycle, review, role, user, and attachment actions are logged.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1EFA2-92FB-429C-AFD1-A7A507C8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5965C-FF46-4FF8-BCEE-117E237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Workflow 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253F7-4027-4BC0-964E-A9540B4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Pending tasks route to reviewers and managers with clear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BA85C-C891-4E64-9DE3-2FBF225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4F5D9-D8A6-4278-ABFA-070A3B3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Attachment 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F816F-8E7E-4F50-AE8E-46E146F4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Files are checked by type and checksum metadata is stored.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95F17-E7D7-4304-B17A-0F2ABCAE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FDF63-351B-4B51-B0F3-A26AAE90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2048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88CB8-A48D-4E3E-8C3E-9FD3061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261A0-3E11-45CA-B64A-90B4295C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 quiet interface for repeated laboratory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ECB79-D102-49A4-ABC9-521000EF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DB17E-B850-46F8-B4ED-085466D4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B8F72-C737-42BD-97DE-EE518DC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Receipt and performance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C26CF-108A-4BF1-ADEF-AB7B29E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78D3E-D71C-4E31-9DD3-7D369FB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81768-61C6-4B12-A799-EBB0E44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C18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3233D-31A0-48BB-B0FE-CA43222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8DF1B-0D9B-439B-9DD8-10146BB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459D4-ADF1-4EBF-8354-FAA08B6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531B7-2E90-44EA-82A3-0029108B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76A61-5709-4A90-8C9F-17661B9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Accepted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DB3C5-597C-4311-AF47-ECBC4BFA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98B7B-231A-41AF-B2C0-A3765EB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07676-12AA-491F-A69D-53216DDE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6BEFD-2A33-43A6-91AC-4784737F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Recorded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BF082-5496-4CB7-8E94-C98F7DD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0407A-D59C-4BE3-96B9-84E6841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3682E-D634-4FF1-A59D-F478D792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Destruction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5C898-4538-43D3-A235-322F26E4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9E0B"/>
                </a:solidFill>
              </a:defRPr>
            </a:pPr>
            <a:r>
              <a:rPr sz="975">
                <a:solidFill>
                  <a:srgbClr val="F59E0B"/>
                </a:solidFill>
              </a:rPr>
              <a:t>Manager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F8702-9881-4692-B4AC-E179C7CC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78E80-5D29-4332-AA85-CBDBFC55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FF8F1-08E9-41A5-9A7E-0F4C7FF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Audit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F5403-D451-4BDC-8802-D561DD6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91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Logged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10FAB-A418-4E9C-A712-89897D54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F3E49-D9ED-4D59-8911-82B35C7D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9F49F7-9F94-4A9D-B2CF-0BD14D39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324F"/>
                </a:solidFill>
              </a:defRPr>
            </a:pPr>
            <a:r>
              <a:rPr sz="1050" b="1">
                <a:solidFill>
                  <a:srgbClr val="16324F"/>
                </a:solidFill>
              </a:rPr>
              <a:t>Reviews and audit readiness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D7159-338F-4E79-A382-01ECCC71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39754-BC9D-49E3-97E4-812EFB9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E7F3E6-78AC-4A55-9C29-6B30C416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1828"/>
                </a:solidFill>
              </a:defRPr>
            </a:pPr>
            <a:r>
              <a:rPr sz="1050" b="1">
                <a:solidFill>
                  <a:srgbClr val="101828"/>
                </a:solidFill>
              </a:rPr>
              <a:t>C18 column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4C89E-3842-42DF-AAAC-01CF1589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Pending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BBE27B-CFD4-4239-97FA-9767CD1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52FB0-A0FE-4C44-BF0F-BC463E2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55CF1-BC51-4064-AD04-523B824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Receipt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6EB3A-24CE-4B31-94D3-9F2CF6D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Accepted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FAB990-2240-4568-B8EA-CD94837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6995DD-593A-4639-9D20-5D0C6D5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6442E-2634-4B3C-AA34-600848F9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Performance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D0D508-0D2C-49E5-A2E2-4960F1B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Recorded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B7FF29-F0E0-41B0-A975-55040298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67E67F-E532-428B-B2A0-00B8FE7B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726DF2-C25D-402A-97F4-F1BA6CC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Destruction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93797-74F2-4540-ADCD-8634339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9E0B"/>
                </a:solidFill>
              </a:defRPr>
            </a:pPr>
            <a:r>
              <a:rPr sz="975">
                <a:solidFill>
                  <a:srgbClr val="F59E0B"/>
                </a:solidFill>
              </a:rPr>
              <a:t>Manager approval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574EE8-D92C-4542-8AC2-A45AEF3E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6E46B1-21F1-4FD1-8432-8C9D3A88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2DDADA-7A79-4BE6-994A-60EC1A0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Audit event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7F5DE4-8B87-4E64-84E6-A47195A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91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F766E"/>
                </a:solidFill>
              </a:defRPr>
            </a:pPr>
            <a:r>
              <a:rPr sz="975">
                <a:solidFill>
                  <a:srgbClr val="0F766E"/>
                </a:solidFill>
              </a:rPr>
              <a:t>Logged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916F61-056D-4BAF-A5B0-B3544F49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Minimal forms. Dropdown-led entry. Clear status. No training-heavy screens.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1D199D-BDFF-4C0F-880F-95FBF3E7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6A48AE-66BE-4B26-B0BF-8982AB9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70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AAADC-55E2-4FAF-9373-B477287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BCB43-B603-4E04-9695-CED8301B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Create users, assign roles, and preserve the audit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9C3DE-2E7A-4935-9944-F9DB2DB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381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D1581-ABE8-4F7E-9692-33986A32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New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3EFC1-F504-4C71-846C-DC668C95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3429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F0600-BA3B-427B-8134-9C02B378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49958-494B-4600-AC36-ADC6BD3A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3429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BB563-380E-4803-B1E9-31EE14E2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48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52D2A-D967-4707-B521-E003820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3429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A8BAB-1A47-411B-BF1E-ECD28F76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787DC-E0D8-48EE-95F0-08EC886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3429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D9B78-F53C-43BD-9031-5B89874A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  <a:r>
              <a:rPr sz="900">
                <a:solidFill>
                  <a:srgbClr val="667085"/>
                </a:solidFill>
              </a:rPr>
              <a:t>Role: Analyst +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CEE1A-7B22-49CD-A56A-3065C425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3619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F0746-A96D-4EEC-9C4F-B39A041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Audit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8B9DE-7DE2-423E-B4F7-D4D5A56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A5E1F-709C-48D9-9F45-E7B591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24F"/>
                </a:solidFill>
              </a:defRPr>
            </a:pPr>
            <a:r>
              <a:rPr sz="1125" b="1">
                <a:solidFill>
                  <a:srgbClr val="16324F"/>
                </a:solidFill>
              </a:rPr>
              <a:t>user.created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54FC7-5CCF-4644-A3AA-D42AAAAD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2AFBE-219D-4627-B038-91AA94A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861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24F"/>
                </a:solidFill>
              </a:defRPr>
            </a:pPr>
            <a:r>
              <a:rPr sz="1125" b="1">
                <a:solidFill>
                  <a:srgbClr val="16324F"/>
                </a:solidFill>
              </a:rPr>
              <a:t>role.permissions_updated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88098-5BDE-4924-800C-0185D84A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1064F-15AC-4564-83F8-029C977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862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24F"/>
                </a:solidFill>
              </a:defRPr>
            </a:pPr>
            <a:r>
              <a:rPr sz="1125" b="1">
                <a:solidFill>
                  <a:srgbClr val="16324F"/>
                </a:solidFill>
              </a:rPr>
              <a:t>review.approved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C82E6-F89B-4DC9-BE24-90C782E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291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563A7-0D52-4A14-A576-9AB7556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862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24F"/>
                </a:solidFill>
              </a:defRPr>
            </a:pPr>
            <a:r>
              <a:rPr sz="1125" b="1">
                <a:solidFill>
                  <a:srgbClr val="16324F"/>
                </a:solidFill>
              </a:rPr>
              <a:t>attachment.uploaded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7180E-AB5C-4FEF-9FBC-576AABC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800D9-6744-4FAC-81F8-8F9503F8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5169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19D5A-052A-41E8-B625-A679BEB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DEMO STORYLINE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94EBF-2546-45F9-93E6-3609B57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76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 credible demo in under ten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4A4B-C187-4FB0-9884-58F0C7C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876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98253-F06A-4070-910A-6122CCA4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6CCBA-5039-4216-838A-AF3C33A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14550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C7C64-FB49-4723-9DB2-98338F4A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Create a column master with performance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A9CC6-EB46-4E72-864A-7B779C31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876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18BA5-3A19-4CCE-A3CA-2CBD48FC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154BC-8365-4F82-8458-37C1BB2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2892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65BE-D056-4153-8338-638B1747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08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Receive a physical column against the approved master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EDF15-23E3-4AA1-B038-1D839387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876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2A65-FB83-4206-B231-12FE99E6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49145-D66B-4741-BE49-E992088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43300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23BAF-83CC-473F-866B-575EA01E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Issue it to QC personnel for an analytical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4A364-9614-4192-9A17-98A9804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876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3E277-A544-42F6-B041-9B96521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95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7B448-5841-436E-B30F-14F2E692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57675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B24B6-6466-4D2B-8E2B-D82C445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Record performance and attach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C6D4B-DFB7-4850-A167-9F5F8E0B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876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AAD4C-1D2D-4035-A1C4-9CB7BDD6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479A7-7103-4702-AE27-84FDC12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72050"/>
            <a:ext cx="9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4C437-5DEF-4BC1-8C8A-E7E3D290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1828"/>
                </a:solidFill>
              </a:defRPr>
            </a:pPr>
            <a:r>
              <a:rPr sz="1425">
                <a:solidFill>
                  <a:srgbClr val="101828"/>
                </a:solidFill>
              </a:rPr>
              <a:t>Route destruction through technical and manager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0E576-C053-4411-BC89-89FF0A5E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BB367-CAFA-4E7A-84FD-3E5B1F86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299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F0CF2-DBBC-4D82-A192-C16D77EE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COLUMN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A0642-31BD-4265-9A53-BF08D3A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Make analytical column control easier to run, easier to review, and easier to defend.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C71F-9D7D-421D-97D6-AECD18D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1D5DB"/>
                </a:solidFill>
              </a:defRPr>
            </a:pPr>
            <a:r>
              <a:rPr sz="1650">
                <a:solidFill>
                  <a:srgbClr val="D1D5DB"/>
                </a:solidFill>
              </a:rPr>
              <a:t>For QC laboratories in pharma API organizations that need professional lifecycle control without heavyweight LIMS complexity.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E75C3-DE2A-41A0-BB2D-098F51CD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7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8E8B0-1B21-495E-A5CC-D3F33A98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Schedule 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18571-8460-4A2B-8FBC-24A640C5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524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3476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66E36-BE2E-4043-837A-09470125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Ready for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63EAE-347F-4D11-96D9-DC022FE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1D5DB"/>
                </a:solidFill>
              </a:defRPr>
            </a:pPr>
            <a:r>
              <a:rPr sz="975">
                <a:solidFill>
                  <a:srgbClr val="D1D5DB"/>
                </a:solidFill>
              </a:rPr>
              <a:t>Masters - Receipts - Issuance - Performance - Destruction -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4059-84D0-4EDF-8774-8EE0790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Column Management for QC Laboratories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AFC78-1544-44FF-B971-25B5A24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8A2B3"/>
                </a:solidFill>
              </a:defRPr>
            </a:pPr>
            <a:r>
              <a:rPr sz="825">
                <a:solidFill>
                  <a:srgbClr val="98A2B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0372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2026-06-16T18:13:02.2370000Z</dcterms:created>
  <dcterms:modified xsi:type="dcterms:W3CDTF">2026-06-16T18:13:02.2370000Z</dcterms:modified>
</coreProperties>
</file>